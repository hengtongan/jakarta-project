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Relationship Id="rId18" Type="http://schemas.openxmlformats.org/officeDocument/2006/relationships/image" Target="../media/image50.png"/><Relationship Id="rId19" Type="http://schemas.openxmlformats.org/officeDocument/2006/relationships/image" Target="../media/image51.png"/><Relationship Id="rId20" Type="http://schemas.openxmlformats.org/officeDocument/2006/relationships/image" Target="../media/image5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6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6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6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4.png"/><Relationship Id="rId6" Type="http://schemas.openxmlformats.org/officeDocument/2006/relationships/image" Target="../media/image7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02172"/>
            <a:ext cx="39814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426047"/>
            <a:ext cx="11601450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Computer Store</a:t>
            </a:r>
            <a:r>
              <a:t>
</a:t>
            </a:r>
            <a:r>
              <a:rPr b="1" sz="3900" i="0" u="none">
                <a:solidFill>
                  <a:srgbClr val="FFFFFF"/>
                </a:solidFill>
                <a:latin typeface="Plus Jakarta Sans"/>
              </a:rPr>
              <a:t>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08052"/>
            <a:ext cx="762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 Medium-Level Web Application for Hardware Retail Operations, Inventory Control, and Sales Transactions.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89127"/>
            <a:ext cx="10096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4689127"/>
            <a:ext cx="12192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0850" y="4689127"/>
            <a:ext cx="15240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4689127"/>
            <a:ext cx="131445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00" y="4689127"/>
            <a:ext cx="119062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4765327"/>
            <a:ext cx="9525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9750" y="4765327"/>
            <a:ext cx="12382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4200" y="4765327"/>
            <a:ext cx="1428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3450" y="476532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53150" y="4765327"/>
            <a:ext cx="142875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University Computer Science Project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Jakarta EE + MySQL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171575"/>
            <a:ext cx="5334000" cy="7969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2"/>
              </a:lnSpc>
            </a:pPr>
            <a:r>
              <a:rPr b="0" sz="1350" i="0" u="none">
                <a:solidFill>
                  <a:srgbClr val="0F172A"/>
                </a:solidFill>
                <a:latin typeface="Inter Medium"/>
              </a:rPr>
              <a:t>Designed to streamline retail store operations by bridging inventory control with client sales management in a unified Java Web platform.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171575"/>
            <a:ext cx="2114550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59049"/>
            <a:ext cx="49911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Dual Operational Focus: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Equips store staff with full administrative controls while offering customers an accessible catalog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02880"/>
            <a:ext cx="499110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Medium Complexity Standard: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Moves beyond basic CRUD by incorporating session security, relational integrity, and automated stock processing.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82900"/>
            <a:ext cx="49911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Pure Enterprise Java: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Built with core Jakarta EE components running on Apache Tomcat without heavy external framework bloat.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7333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1716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97188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Project Overview &amp;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3530649" cy="23925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1171575"/>
            <a:ext cx="3530649" cy="23925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1171575"/>
            <a:ext cx="3530649" cy="23925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40970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201930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Manual Inventory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381250"/>
            <a:ext cx="3054399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Paper and spreadsheet-based stock tracking leads to high error rates, misplaced records, and delayed stock updates during peak sales hours.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14097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201930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Stock Discrepancies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2381250"/>
            <a:ext cx="3054399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Inability to track real-time hardware quantities results in overselling items, unexpected stockouts, and dissatisfied store customers.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140970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201930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Opaque Sales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2381250"/>
            <a:ext cx="3054399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Lack of centralized transaction logs complicates daily auditing, customer order history lookup, and quick store report generation.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1524000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4599" y="1524000"/>
            <a:ext cx="28575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3530649" cy="23925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1171575"/>
            <a:ext cx="3530649" cy="23925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1171575"/>
            <a:ext cx="3530649" cy="23925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40970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201930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Centralized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381250"/>
            <a:ext cx="3054399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Establish a unified MySQL database mapping products, brands, categories, sales, and user accounts under strict relational integrity constraints.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14097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201930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Automated Stock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2381250"/>
            <a:ext cx="3054399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Implement automatic stock deduction upon transaction confirmation, enforcing rules to prevent negative product inventory.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140970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201930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Role-Based 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2381250"/>
            <a:ext cx="3054399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Secure administrative capabilities via HTTP Session management, separating store staff controls from general customer features.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12" y="1524000"/>
            <a:ext cx="2000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8887" y="1524000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3849" y="1524000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5334000" cy="25696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171575"/>
            <a:ext cx="5334000" cy="25696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1466850"/>
            <a:ext cx="4980622" cy="2667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Plus Jakarta Sans SemiBold"/>
              </a:rPr>
              <a:t>Functional Inclusions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1466850"/>
            <a:ext cx="4980622" cy="2667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Plus Jakarta Sans SemiBold"/>
              </a:rPr>
              <a:t>Express Exclusions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1504950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1550" y="1875472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1876425"/>
            <a:ext cx="4552950" cy="23619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Product, Category &amp; Brand Catalog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2111662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275" y="2112615"/>
            <a:ext cx="4552950" cy="23619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Stock tracking with Low-Stock indicator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2347852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2348805"/>
            <a:ext cx="4552950" cy="23619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Staff sales processing &amp; invoice receipt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2584043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2584995"/>
            <a:ext cx="4552950" cy="23619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Customer product search, filtering, &amp; purchase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2820233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2821185"/>
            <a:ext cx="4552950" cy="23619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Session authentication &amp; role-based route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" y="3056423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275" y="3057376"/>
            <a:ext cx="4552950" cy="23619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Basic sales &amp; stock summary reports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1504950"/>
            <a:ext cx="20955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86550" y="1875472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2275" y="1876425"/>
            <a:ext cx="4552950" cy="23619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Online third-party payment gateways (Credit/PayPal)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6550" y="2111662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2275" y="2112615"/>
            <a:ext cx="4552950" cy="23619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Microservices or complex cloud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2347852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2275" y="2348805"/>
            <a:ext cx="4552950" cy="23619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AI/ML product recommendation algorithms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6550" y="2584043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2275" y="2584995"/>
            <a:ext cx="4552950" cy="23619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Mobile native apps &amp; Bluetooth/Barcode scanners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6550" y="2820233"/>
            <a:ext cx="857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2275" y="2821185"/>
            <a:ext cx="4552950" cy="23619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Complex distributed multi-store synchronization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System Scope &amp; Boundaries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11049000" cy="2721173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181100"/>
          <a:ext cx="11029949" cy="2702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95575"/>
                <a:gridCol w="4036814"/>
                <a:gridCol w="4297560"/>
              </a:tblGrid>
              <a:tr h="450353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Functional 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Staff / Administrator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Common User / Customer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5035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Authentication &amp; Profile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Login, Logout, View/Edit Staff Profile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Register, Login, Logout, Edit Profile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035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Product &amp; Brand Catalog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Full CRUD (Add, Edit, Delete, Categorize)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Read-Only (Browse, Search, Filter)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035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Inventory &amp; Stock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Adjust Stock, View Low-Stock Alerts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View Stock Status (In-Stock / Out-of-Stock)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0353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Sales &amp; Transactions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Process Sales, Check Out, Print Invoices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Submit Purchase Request / Order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0358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Reports &amp; Dashboard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Access Store Financials &amp; Sales Reports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Access Personal Purchase History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099667"/>
            <a:ext cx="2695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76600" y="2099667"/>
            <a:ext cx="4036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3414" y="2099667"/>
            <a:ext cx="4297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2544365"/>
            <a:ext cx="2695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76600" y="2544365"/>
            <a:ext cx="4036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3414" y="2544365"/>
            <a:ext cx="4297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2989064"/>
            <a:ext cx="2695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6600" y="2989064"/>
            <a:ext cx="4036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3414" y="2989064"/>
            <a:ext cx="4297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3433762"/>
            <a:ext cx="26955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6600" y="3433762"/>
            <a:ext cx="4036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3414" y="3433762"/>
            <a:ext cx="4297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User Roles &amp; Access 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3530649" cy="19201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1171575"/>
            <a:ext cx="3530649" cy="19201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1171575"/>
            <a:ext cx="3530649" cy="19201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44155"/>
            <a:ext cx="3530649" cy="19201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749" y="3244155"/>
            <a:ext cx="3530649" cy="19201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99" y="3244155"/>
            <a:ext cx="3530649" cy="192018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14097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201930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1. Auth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381250"/>
            <a:ext cx="3054399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Handles registration, password validation, session creation, and role guards.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8874" y="140970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68874" y="201930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2. Product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2381250"/>
            <a:ext cx="3054399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Manages hardware specs, pricing, images, categories, and brand tags.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8124" y="140970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28124" y="201930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3. Inventory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2381250"/>
            <a:ext cx="3054399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Tracks current quantities, updates stock on sale, and monitors thresholds.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625" y="348228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9625" y="409188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4. Sales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4453830"/>
            <a:ext cx="3054399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Calculates order subtotals, records sale items, and creates receipts.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8874" y="348228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68874" y="409188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5. Search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8874" y="4453830"/>
            <a:ext cx="3054399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Multi-criteria query filter by keyword, brand, and hardware category.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8124" y="3482280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28124" y="4091880"/>
            <a:ext cx="320711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6. Reports &amp;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8124" y="4453830"/>
            <a:ext cx="3054399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Generates daily/monthly sales reports and stock movement summaries.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8212" y="1524000"/>
            <a:ext cx="200025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54599" y="1524000"/>
            <a:ext cx="285750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3849" y="1524000"/>
            <a:ext cx="285750" cy="228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3925" y="3596580"/>
            <a:ext cx="228600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83174" y="3596580"/>
            <a:ext cx="228600" cy="2286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2424" y="3596580"/>
            <a:ext cx="228600" cy="228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Core System Architecture Modules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1927919" cy="11694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844" y="1171575"/>
            <a:ext cx="1927919" cy="11694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189" y="1171575"/>
            <a:ext cx="1927919" cy="116949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2533" y="1251942"/>
            <a:ext cx="1927919" cy="100860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878" y="1251942"/>
            <a:ext cx="1927919" cy="100860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5922" y="1333500"/>
            <a:ext cx="2190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3323" y="1600200"/>
            <a:ext cx="168427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User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1857375"/>
            <a:ext cx="1604069" cy="321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Bootstrap HTML/JS Interface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3719" y="1661070"/>
            <a:ext cx="1238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6741" y="1333500"/>
            <a:ext cx="2381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73667" y="1600200"/>
            <a:ext cx="168427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JSP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3769" y="1857375"/>
            <a:ext cx="1604069" cy="321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Dynamic Presentation Pages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4064" y="1661070"/>
            <a:ext cx="1238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7086" y="1333500"/>
            <a:ext cx="23812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54012" y="1600200"/>
            <a:ext cx="168427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Servlet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114" y="1857375"/>
            <a:ext cx="1604069" cy="321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Request Handling &amp; Routing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4408" y="1661070"/>
            <a:ext cx="12382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6955" y="1413867"/>
            <a:ext cx="219075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34356" y="1680567"/>
            <a:ext cx="168427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DAO &amp; JDBC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4458" y="1937742"/>
            <a:ext cx="1604069" cy="1608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Database Access Layer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54753" y="1661070"/>
            <a:ext cx="12382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61587" y="1413867"/>
            <a:ext cx="19050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14701" y="1680567"/>
            <a:ext cx="168427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563EB"/>
                </a:solidFill>
                <a:latin typeface="Plus Jakarta Sans"/>
              </a:rPr>
              <a:t>MySQL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4803" y="1937742"/>
            <a:ext cx="1604069" cy="1608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67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Relational Data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626816"/>
            <a:ext cx="1070610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Controller (Jakarta Servlets):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Receives HTTP POST/GET requests, validates user session parameters, invokes service logic, and determines next view navigation.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270646"/>
            <a:ext cx="10706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Model (Java Beans &amp; DAO):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Encapsulates data objects (Product, Sale, User) and handles SQL execution through JDBC prepared statements.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678287"/>
            <a:ext cx="10706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View (JSP &amp; JSTL):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Renders data sent from Servlets dynamically using JSTL tags without embedding raw Java scriptlets.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641103"/>
            <a:ext cx="219075" cy="2000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284934"/>
            <a:ext cx="190500" cy="2000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692574"/>
            <a:ext cx="219075" cy="2000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System Architecture (MVC Pattern)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11049000" cy="367724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181100"/>
          <a:ext cx="11029948" cy="3658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26617"/>
                <a:gridCol w="2507753"/>
                <a:gridCol w="2413992"/>
                <a:gridCol w="3881586"/>
              </a:tblGrid>
              <a:tr h="457274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Table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Primary Key (PK)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Foreign Keys (FK)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Key Attributes &amp; 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users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user_id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full_name, email, username, password, address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staff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staff_id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full_name, email, username, password,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categories / brands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category_id / brand_id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category_name, brand_name, description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products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product_id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category_id, brand_id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product_name, specs, price, status, image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inventory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inventory_id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product_id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quantity, last_updated (1-to-1 with products)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74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sales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sale_id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user_id, staff_id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sale_date, total_amount,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7277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sale_items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sale_item_id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sale_id, product_id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quantity, unit_price, subtotal (Junction table)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109192"/>
            <a:ext cx="2226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07642" y="2109192"/>
            <a:ext cx="2507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15396" y="2109192"/>
            <a:ext cx="24139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9388" y="2109192"/>
            <a:ext cx="3881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563415"/>
            <a:ext cx="2226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07642" y="2563415"/>
            <a:ext cx="2507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15396" y="2563415"/>
            <a:ext cx="24139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9388" y="2563415"/>
            <a:ext cx="3881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017639"/>
            <a:ext cx="2226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7642" y="3017639"/>
            <a:ext cx="2507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15396" y="3017639"/>
            <a:ext cx="24139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9388" y="3017639"/>
            <a:ext cx="3881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3471862"/>
            <a:ext cx="2226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07642" y="3471862"/>
            <a:ext cx="2507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15396" y="3471862"/>
            <a:ext cx="24139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9388" y="3471862"/>
            <a:ext cx="3881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1025" y="3926085"/>
            <a:ext cx="2226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07642" y="3926085"/>
            <a:ext cx="2507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15396" y="3926085"/>
            <a:ext cx="24139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29388" y="3926085"/>
            <a:ext cx="3881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1025" y="4380309"/>
            <a:ext cx="2226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07642" y="4380309"/>
            <a:ext cx="25077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15396" y="4380309"/>
            <a:ext cx="24139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29388" y="4380309"/>
            <a:ext cx="3881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MySQL Relational Database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171575"/>
            <a:ext cx="107061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Stock Availability Guard: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 transaction can only be processed if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available_quantity &gt;= requested_quantity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 Inventory cannot become negative.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4930"/>
            <a:ext cx="10706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Automatic Stock Adjustment: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Product inventory is instantly decremented upon successful transaction confirmation inside a JDBC transaction block.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32570"/>
            <a:ext cx="10706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Transaction Integrity: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Every sale record must be associated with a valid customer, authorized staff member, and at least one line item.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40210"/>
            <a:ext cx="10706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Data Historical Preservation: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Deleting or soft-deleting a product does not remove or alter past historical sales transactions or invoice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47851"/>
            <a:ext cx="10706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Data Privacy &amp; Security: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Customers are restricted to accessing their own profile and order history via HTTP Session guards.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85862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3921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46858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54498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62138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Core Business &amp; Validation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05287"/>
            <a:ext cx="2541240" cy="14324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296566"/>
            <a:ext cx="2541240" cy="14324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05287"/>
            <a:ext cx="2541240" cy="11962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296566"/>
            <a:ext cx="2541240" cy="14324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481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7992" y="4386262"/>
            <a:ext cx="228825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1. Login &amp;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48212"/>
            <a:ext cx="217929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Authenticates customer session &amp; opens store catalog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477541"/>
            <a:ext cx="228825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2. Filter &amp;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39491"/>
            <a:ext cx="217929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Filters hardware by brand/category and inspects price &amp; specs.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86262"/>
            <a:ext cx="228825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3. Stock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48212"/>
            <a:ext cx="2179290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System verifies real-time product availability in stock.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477541"/>
            <a:ext cx="228825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4. Purchase &amp;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39491"/>
            <a:ext cx="217929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Submits order request and views confirmation in purchase logs.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Customer Experience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46870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82790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18709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54629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05287"/>
            <a:ext cx="2541240" cy="14324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296566"/>
            <a:ext cx="2541240" cy="14324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205287"/>
            <a:ext cx="2541240" cy="14324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296566"/>
            <a:ext cx="2541240" cy="14324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481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7992" y="4386262"/>
            <a:ext cx="228825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1. Staff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748212"/>
            <a:ext cx="217929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Staff logs into administrative console and opens Sales Terminal.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477541"/>
            <a:ext cx="228825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2. Build Transaction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39491"/>
            <a:ext cx="217929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Selects customer, adds requested products, and enters quantities.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386262"/>
            <a:ext cx="228825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3. Confirm &amp; Deduct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748212"/>
            <a:ext cx="217929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Calculates totals, writes sale record, &amp; auto-deducts inventory.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477541"/>
            <a:ext cx="2288254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4. Generate Receipt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39491"/>
            <a:ext cx="2179290" cy="70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Prints sales receipt and logs entry into system stock history.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Staff Sales Processing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46870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82790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18709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54629" y="38719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System UI &amp; Dashboard Design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71575"/>
            <a:ext cx="55506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Responsive Bootstrap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33525"/>
            <a:ext cx="52863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The front-end utilizes clean Bootstrap layout components to provide intuitive navigation for both technical store staff and end-user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780"/>
            <a:ext cx="49434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Admin Dashboard: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Real-time KPI summary widgets displaying total products, low-stock warnings, and revenue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92610"/>
            <a:ext cx="494347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Customer Portal: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Card-based product grids with brand badges, stock pill indicators, and quick specification popups.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6306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06898"/>
            <a:ext cx="2190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11049000" cy="316587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181100"/>
          <a:ext cx="11029948" cy="3146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94520"/>
                <a:gridCol w="3211115"/>
                <a:gridCol w="5224313"/>
              </a:tblGrid>
              <a:tr h="44954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Layer / Technology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Specific Component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Role in System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4954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User Interface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HTML5, CSS3, JS, Bootstrap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Provides responsive view pages, forms, and dynamic tables.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54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Server-Side Platform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Jakarta EE (Servlet 5.0 / JSP)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Handles HTTP requests, session management, and routing.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954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Architecture Pattern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MVC (Model-View-Controller)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Decouples UI views from business logic and database access.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54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Database Access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JDBC (Java Database Connectivity)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Executes parameterized SQL queries &amp; manages transactions.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954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Database 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MySQL RDBMS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Stores relational user, product, inventory, and sales data.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9551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75569"/>
                          </a:solidFill>
                          <a:latin typeface="Inter"/>
                        </a:rPr>
                        <a:t>Web Server &amp; Environment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Apache Tomcat 10 / Eclipse IDE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Runs Servlet container and hosts application deployment.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099667"/>
            <a:ext cx="25945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75545" y="2099667"/>
            <a:ext cx="3211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86661" y="2099667"/>
            <a:ext cx="5224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2544365"/>
            <a:ext cx="25945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75545" y="2544365"/>
            <a:ext cx="3211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6661" y="2544365"/>
            <a:ext cx="5224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2989064"/>
            <a:ext cx="25945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75545" y="2989064"/>
            <a:ext cx="3211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86661" y="2989064"/>
            <a:ext cx="5224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3433762"/>
            <a:ext cx="25945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75545" y="3433762"/>
            <a:ext cx="3211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86661" y="3433762"/>
            <a:ext cx="5224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3878460"/>
            <a:ext cx="25945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75545" y="3878460"/>
            <a:ext cx="32111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86661" y="3878460"/>
            <a:ext cx="5224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Complete Technology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5334000" cy="19311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171575"/>
            <a:ext cx="5334000" cy="19311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1466850"/>
            <a:ext cx="4980622" cy="26670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Plus Jakarta Sans SemiBold"/>
              </a:rPr>
              <a:t>System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1828800"/>
            <a:ext cx="474345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• Eliminates manual stock tracking errors with instant database updates.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111573"/>
            <a:ext cx="474345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• Enforces role authorization and strict stock availability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394346"/>
            <a:ext cx="4743450" cy="413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• Demonstrates enterprise Jakarta EE concepts in a clean academic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1466850"/>
            <a:ext cx="4980622" cy="2667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2563EB"/>
                </a:solidFill>
                <a:latin typeface="Plus Jakarta Sans SemiBold"/>
              </a:rP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1828800"/>
            <a:ext cx="474345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• Barcode / QR scanner hardware integration for rapid checkout.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111573"/>
            <a:ext cx="474345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• Email notifications for low stock alerts &amp; digital receipts.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2394346"/>
            <a:ext cx="4743450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• RESTful API endpoints for external mobile application connectivity.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1504950"/>
            <a:ext cx="1619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1504950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Benefits, Limitations &amp; 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6524625"/>
            <a:ext cx="11049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Computer Store Management System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94A3B8"/>
                </a:solidFill>
                <a:latin typeface="Inter"/>
              </a:rP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171575"/>
            <a:ext cx="84677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933575"/>
            <a:ext cx="84677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933575"/>
            <a:ext cx="84677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144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1314747"/>
            <a:ext cx="7372350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https://epcusa.com/wp-content/uploads/sites/9/2021/02/Retail-Glory-Shot-e1783536932903.jpg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554212"/>
            <a:ext cx="73723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epcusa.com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859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086272"/>
            <a:ext cx="7372350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https://multipurposethemes.com/wp-content/uploads/2025/01/Warehouse-Responsive-Bootstrap-5-Admin-Dashboard-1.jpg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325737"/>
            <a:ext cx="73723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multipurposethemes.com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